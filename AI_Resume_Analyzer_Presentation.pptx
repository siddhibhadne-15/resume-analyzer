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914400"/>
            <a:ext cx="1143000" cy="128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Resume Analyzer</a:t>
            </a:r>
          </a:p>
          <a:p>
            <a:pPr>
              <a:spcBef>
                <a:spcPts val="1400"/>
              </a:spcBef>
              <a:defRPr sz="2200">
                <a:solidFill>
                  <a:srgbClr val="93C5FD"/>
                </a:solidFill>
              </a:defRPr>
            </a:pPr>
            <a:r>
              <a:t>Explainable ATS, keyword, skill, and semantic alignment</a:t>
            </a:r>
          </a:p>
          <a:p>
            <a:pPr>
              <a:spcBef>
                <a:spcPts val="3000"/>
              </a:spcBef>
              <a:defRPr sz="1600">
                <a:solidFill>
                  <a:srgbClr val="CBD5E1"/>
                </a:solidFill>
              </a:defRPr>
            </a:pPr>
            <a:r>
              <a:t>Python • Streamlit • spaCy • Hugging Face 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Applicants cannot easily verify resume parseability or vacancy alignment.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Proprietary ATS behavior varies; a universal pass/fail claim would be misleading.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Need: transparent evidence, practical gaps, and ethical improvement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Accept PDF/DOCX/DOC resumes and pasted or uploaded job descriptions.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Evaluate ATS-oriented structure and extract job terminology.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Combine exact skill matching with contextual transformer similarity.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Return explainable scores, actions, and downloadable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1  Upload resume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2  Paste JD, upload JD, or combine both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3  Select transformer or lightweight mode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4  Analyze and inspect component evidence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5  Download TXT or JSON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Presentation: Streamlit interface and validation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Ingestion: PyPDF2, python-docx, antiword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NLP: normalization, spaCy, skill taxonomy and aliases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Semantics: Hugging Face MiniLM with TF-IDF fallback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Output: weighted scores, findings, tables,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NLP and matching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Normalize case, whitespace, punctuation, and technical symbols.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Boundary-aware multiword phrase matching avoids substring errors.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Canonical aliases map AWS, PostgreSQL, React.js, NLP, and more.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Rank job unigrams/bigrams; compare resume presence.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Mean-pool MiniLM token vectors and compute cosine similarity.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Explainable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ATS compatibility — 25%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Keyword coverage — 30%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Weighted skill alignment — 30%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Semantic similarity — 15%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Mandatory / normal / preferred skill weights: 1.5 / 1.0 / 0.7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ATS compatibility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Parseability and extracted text length (20)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Email and phone in plain text (20)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Standard summary, experience, education, skills, projects headings (25)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Formatting safety and file type (20)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Action verbs and quantified achievements (15)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Python 3.11; modular, testable implementation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Streamlit dashboard; Pandas tables and charts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PyPDF2 and python-docx; antiword for legacy DOC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spaCy plus configurable JSON skill catalog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Transformers + PyTorch MiniLM; scikit-learn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Testing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Unit tests: parsing, DOCX tables, aliases, score ranges, gaps.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Integration cases: corrupt/encrypted/scanned files and complex layouts.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Future labeled benchmark: precision, recall, F1, human-score correlation.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Measure cold start, inference latency, failure rate, and subgroup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Privacy, security,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Reference app processes in memory and deliberately stores no documents.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Production: scan files, verify type, sandbox parsers, encrypt and expire data.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Do not infer protected traits or use the score as an automated hiring gate.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Recommend only truthful skills; disclose that scores are guidance.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Scanned PDFs need OCR; graphic layouts may extract out of order.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Finite taxonomy and 512-token transformer context constrain coverage.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Next: section-aware chunk embeddings, multilingual support, ESCO/O*NET.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Prioritize consented evaluation and fairness governance over model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A working end-to-end academic prototype with both JD input modes.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Combines rule-based transparency, lexical coverage, and semantic NLP.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Modular architecture supports deployment and responsible extension.</a:t>
            </a:r>
          </a:p>
          <a:p>
            <a:pPr>
              <a:spcAft>
                <a:spcPts val="1500"/>
              </a:spcAft>
              <a:defRPr sz="1900">
                <a:solidFill>
                  <a:srgbClr val="334155"/>
                </a:solidFill>
              </a:defRPr>
            </a:pPr>
            <a:r>
              <a:t>Deliverables: source, tests, README, plan, report, specification,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